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9.1</c:v>
                </c:pt>
                <c:pt idx="2">
                  <c:v>14.2</c:v>
                </c:pt>
                <c:pt idx="3">
                  <c:v>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14.0</c:v>
                </c:pt>
                <c:pt idx="1">
                  <c:v>10.3</c:v>
                </c:pt>
                <c:pt idx="2">
                  <c:v>15.8</c:v>
                </c:pt>
                <c:pt idx="3">
                  <c:v>9.9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markets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with PowerPoint's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12 %</a:t>
            </a:r>
          </a:p>
          <a:p>
            <a:pPr lvl="1"/>
            <a:r>
              <a:t>Two new markets</a:t>
            </a:r>
          </a:p>
          <a:p>
            <a:pPr/>
            <a:r>
              <a:t>Costs flat</a:t>
            </a:r>
          </a:p>
          <a:p>
            <a:pPr lvl="1"/>
            <a:r>
              <a:t>Hiring: 4 engineers</a:t>
            </a:r>
          </a:p>
          <a:p>
            <a:pPr/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217920" y="1828800"/>
            <a:ext cx="23774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+11 % overall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217920" y="3291840"/>
            <a:ext cx="2377440" cy="914400"/>
          </a:xfrm>
          <a:prstGeom prst="rightArrow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914400" y="4206240"/>
            <a:ext cx="2560320" cy="1097280"/>
            <a:chOff x="914400" y="4206240"/>
            <a:chExt cx="2560320" cy="1097280"/>
          </a:xfrm>
        </p:grpSpPr>
        <p:sp>
          <p:nvSpPr>
            <p:cNvPr id="5" name="Oval 4"/>
            <p:cNvSpPr/>
            <p:nvPr/>
          </p:nvSpPr>
          <p:spPr>
            <a:xfrm>
              <a:off x="914400" y="4206240"/>
              <a:ext cx="1097280" cy="10972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377440" y="4206240"/>
              <a:ext cx="1097280" cy="10972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114800" y="43891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 text box, 24 pt bold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